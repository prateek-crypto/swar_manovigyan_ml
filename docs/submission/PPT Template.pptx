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6p5//Z4Y503ZVW5k2973xFBxI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4"/>
  </p:normalViewPr>
  <p:slideViewPr>
    <p:cSldViewPr snapToGrid="0">
      <p:cViewPr varScale="1">
        <p:scale>
          <a:sx n="108" d="100"/>
          <a:sy n="108" d="100"/>
        </p:scale>
        <p:origin x="166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324363" y="160034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&lt;Title of Project&gt;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386275" y="3645255"/>
            <a:ext cx="46053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Batch ID: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Student 1 Reg. No: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Student 1 Name:</a:t>
            </a:r>
            <a:endParaRPr dirty="0"/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Student 2 Reg. No:</a:t>
            </a:r>
            <a:endParaRPr dirty="0"/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Student 2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Name:Batch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ID: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Student 3 Reg. No: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Student 3 Name:</a:t>
            </a:r>
            <a:endParaRPr dirty="0"/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Student 4 Reg. No:</a:t>
            </a:r>
            <a:endParaRPr dirty="0"/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Student 4 Name: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78775" y="13095"/>
            <a:ext cx="6056416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SCIENCE AND ENGINEERING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1800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21CSP303T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-537426" y="3915707"/>
            <a:ext cx="34719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 </a:t>
            </a:r>
            <a:endParaRPr dirty="0"/>
          </a:p>
          <a:p>
            <a:pPr marL="0" marR="0" lvl="0" indent="0" algn="ctr" rtl="0">
              <a:lnSpc>
                <a:spcPct val="170000"/>
              </a:lnSpc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Designation:</a:t>
            </a:r>
            <a:br>
              <a:rPr lang="en-US" sz="3200" b="0" i="0" u="none" strike="noStrike" cap="none" dirty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0" i="0" u="none" strike="noStrike" cap="none" dirty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Department:</a:t>
            </a:r>
            <a:endParaRPr dirty="0"/>
          </a:p>
        </p:txBody>
      </p:sp>
      <p:pic>
        <p:nvPicPr>
          <p:cNvPr id="3" name="Google Shape;90;p1">
            <a:extLst>
              <a:ext uri="{FF2B5EF4-FFF2-40B4-BE49-F238E27FC236}">
                <a16:creationId xmlns:a16="http://schemas.microsoft.com/office/drawing/2014/main" id="{ED207F6C-08B0-7A80-8EBC-898EA8E60A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674" y="273132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190982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   Title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 Abstract                   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5166" y="423631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24-01-2026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   Title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 Introduction &amp; Problem Statement                 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7668" y="471962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24-01-2026</a:t>
            </a:r>
            <a:endParaRPr lang="en-US" dirty="0"/>
          </a:p>
        </p:txBody>
      </p:sp>
      <p:sp>
        <p:nvSpPr>
          <p:cNvPr id="111" name="Google Shape;11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   Title</a:t>
            </a: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Literature Survey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                  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3651" y="531339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24-01-2026</a:t>
            </a:r>
            <a:endParaRPr lang="en-US" dirty="0"/>
          </a:p>
        </p:txBody>
      </p:sp>
      <p:sp>
        <p:nvSpPr>
          <p:cNvPr id="121" name="Google Shape;12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statement and Objectives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9541" y="570017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24-01-2026</a:t>
            </a:r>
            <a:endParaRPr lang="en-US" dirty="0"/>
          </a:p>
        </p:txBody>
      </p:sp>
      <p:sp>
        <p:nvSpPr>
          <p:cNvPr id="130" name="Google Shape;130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2665" y="546267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/>
              <a:t>24-01-2026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6" name="Google Shape;17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Major Project- Review I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9539" y="427511"/>
            <a:ext cx="2237740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24-01-2026</a:t>
            </a:r>
            <a:endParaRPr lang="en-US" dirty="0"/>
          </a:p>
        </p:txBody>
      </p:sp>
      <p:sp>
        <p:nvSpPr>
          <p:cNvPr id="185" name="Google Shape;18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Major Project- Review I</a:t>
            </a:r>
            <a:endParaRPr dirty="0"/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131</Words>
  <Application>Microsoft Macintosh PowerPoint</Application>
  <PresentationFormat>On-screen Show (4:3)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&lt;Title of Project&gt;</vt:lpstr>
      <vt:lpstr>      Title</vt:lpstr>
      <vt:lpstr>      Title</vt:lpstr>
      <vt:lpstr>      Title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Shashi Mehrotra Seth</cp:lastModifiedBy>
  <cp:revision>5</cp:revision>
  <dcterms:created xsi:type="dcterms:W3CDTF">2020-05-13T07:00:09Z</dcterms:created>
  <dcterms:modified xsi:type="dcterms:W3CDTF">2026-01-24T03:39:02Z</dcterms:modified>
</cp:coreProperties>
</file>